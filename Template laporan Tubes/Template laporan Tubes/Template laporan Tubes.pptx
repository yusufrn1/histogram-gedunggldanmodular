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4"/>
    <p:sldId id="258" r:id="rId5"/>
    <p:sldId id="259" r:id="rId6"/>
    <p:sldId id="264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01"/>
    <p:restoredTop sz="94789"/>
  </p:normalViewPr>
  <p:slideViewPr>
    <p:cSldViewPr snapToGrid="0" snapToObjects="1">
      <p:cViewPr varScale="1">
        <p:scale>
          <a:sx n="112" d="100"/>
          <a:sy n="112" d="100"/>
        </p:scale>
        <p:origin x="6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629BE-F135-C84E-8C00-B2C68FF59D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D950E-71D6-884B-8940-E9733BB082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6AC6E-754C-BF47-960A-0B40B51D4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41971-F8D4-5441-8CBF-90E7AC3EA48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2F660-8562-914E-AF69-9D716B64E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CD167-77A7-4B41-A6B5-B6F277B41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4929B-F43C-F247-AE9C-9626D82FA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257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2A05C-7AA9-9242-804E-1A004F748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8A5CE-9090-A848-8160-F187879BE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5B0CE-43D7-E048-BEDD-54433069F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41971-F8D4-5441-8CBF-90E7AC3EA48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0E525-3337-4142-AAFA-9DC8F8CD3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F0FAB-D305-FC49-B478-5A72E6ACC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4929B-F43C-F247-AE9C-9626D82FA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635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203D0-E83B-2543-A91F-232ECE0FF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0EA608-86D1-2948-AF63-1A2E45ABE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43415-0365-3447-ADC4-49880A695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41971-F8D4-5441-8CBF-90E7AC3EA48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56242-F394-214C-A64E-9CB32BE57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B92B8-6BF0-BF4D-BEF3-F8F094D05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4929B-F43C-F247-AE9C-9626D82FA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554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DCBAC-EACF-1C4D-9C19-F00C85A43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D1835-F948-4640-B7BD-11BFBA60AF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996DD3-57F6-0E4F-A7E6-027A3E3E08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098F89-501F-6648-9C01-A42DC0AC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41971-F8D4-5441-8CBF-90E7AC3EA48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41E54F-E307-DE4B-80AF-767A5E343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7EA3FD-391B-084B-A193-C4D37669C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4929B-F43C-F247-AE9C-9626D82FA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145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B6DED-D669-4544-AE58-12B2A6C4D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A65BAD-5E19-0648-A025-B102549775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E21C96-CBBD-714D-8DDF-DB36FF540D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CB4CF8-8E48-AC41-AD5F-49C281D657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5ABCE8-0901-AC43-BC15-1F05B21913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BA8A0C-FC4E-A547-9C82-ABB1D938D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41971-F8D4-5441-8CBF-90E7AC3EA48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11BB7A-5B8F-514D-966C-B0DFD99D8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7B1ED5-9F7D-834A-8DE5-B9A29F4AB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4929B-F43C-F247-AE9C-9626D82FA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792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86015-145D-0F47-97E9-F212DDF6B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DCF179-C695-9D4C-B989-E2C5F0843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41971-F8D4-5441-8CBF-90E7AC3EA48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D05FA1-A88B-6F43-92FC-BD0ADB5C0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05D6B4-F94E-944E-BB1B-16F64C912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4929B-F43C-F247-AE9C-9626D82FA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682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204667-E2CB-2E45-87D4-805F5C4CD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41971-F8D4-5441-8CBF-90E7AC3EA48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95D47-01AD-6A4C-A06A-2A6B05DBE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DB007-61A1-D143-90C8-BB303C497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4929B-F43C-F247-AE9C-9626D82FA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453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4C448-F264-654F-9083-F7A479245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3D718-FFDD-374B-A0B0-C80F8F8EA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4B1F1E-AB87-5443-A66B-88E4F38667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2A7535-8530-154B-8A72-C8CBA2FE9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41971-F8D4-5441-8CBF-90E7AC3EA48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DB063B-8914-4943-A1F2-3F07FC382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0CCFF7-65C4-4748-8EBB-426921EB1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4929B-F43C-F247-AE9C-9626D82FA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51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8FE89-D5B1-3843-AE47-CC2BB545C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134F37-84B4-C54D-A1DC-B45656D9B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AEF6D2-37FE-6E42-9D01-8B8A1D0D43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15EB01-1F09-3F4F-9CC7-54AB6425C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41971-F8D4-5441-8CBF-90E7AC3EA48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8C871F-C4BE-D243-93AE-FA3BDF95E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08D2C-8B82-814E-9310-8BA7A0B0B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4929B-F43C-F247-AE9C-9626D82FA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711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9E942-5ADC-2344-93B8-F53F3A6D2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C68A62-4DB6-1B46-8015-E05635A883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EEF0E-7B3F-B748-AF42-076AA521B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41971-F8D4-5441-8CBF-90E7AC3EA48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94FC4-93B2-F94B-8FB2-3DBD3ED70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9E5F1-02AC-4547-B583-C00B1A151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4929B-F43C-F247-AE9C-9626D82FA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739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FB02A9-54EB-7D41-8DA9-6700E2EA20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44F7C9-721C-F44F-B671-37F2587769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4D82F-630E-FD46-AB68-F673E7A3A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41971-F8D4-5441-8CBF-90E7AC3EA48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C3442-A68A-8C45-AE5D-DA3933D7F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5551F-7387-3041-9146-88F8AFA21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4929B-F43C-F247-AE9C-9626D82FA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664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144A4E-4CA5-4747-9568-2001A27E2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ECA9EB-8BC7-E742-B61F-599025249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77060-3C4C-5C4D-8AEE-2A9E4B8906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341971-F8D4-5441-8CBF-90E7AC3EA48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ABAF1-C747-5C41-B939-46485F8046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C586C-5668-3346-86DE-72DCC51280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14929B-F43C-F247-AE9C-9626D82FA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093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6F6A8-2F4D-4A49-B37C-2B2D0E7323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{</a:t>
            </a:r>
            <a:r>
              <a:rPr lang="en-US" dirty="0" err="1"/>
              <a:t>Judul</a:t>
            </a:r>
            <a:r>
              <a:rPr lang="en-US" dirty="0"/>
              <a:t> </a:t>
            </a:r>
            <a:r>
              <a:rPr lang="en-US" dirty="0" err="1"/>
              <a:t>Laporan</a:t>
            </a:r>
            <a:r>
              <a:rPr lang="en-US" dirty="0"/>
              <a:t>}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7E7B65-2A91-704B-8FE9-1E1BF1F42D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896733"/>
          </a:xfrm>
        </p:spPr>
        <p:txBody>
          <a:bodyPr>
            <a:normAutofit/>
          </a:bodyPr>
          <a:lstStyle/>
          <a:p>
            <a:r>
              <a:rPr lang="en-US" dirty="0"/>
              <a:t>{NIM </a:t>
            </a:r>
            <a:r>
              <a:rPr lang="en-US" dirty="0" err="1"/>
              <a:t>dan</a:t>
            </a:r>
            <a:r>
              <a:rPr lang="en-US" dirty="0"/>
              <a:t> Nama </a:t>
            </a:r>
            <a:r>
              <a:rPr lang="en-US" dirty="0" err="1"/>
              <a:t>Anggota</a:t>
            </a:r>
            <a:r>
              <a:rPr lang="en-US" dirty="0"/>
              <a:t> </a:t>
            </a:r>
            <a:r>
              <a:rPr lang="en-US" dirty="0" err="1"/>
              <a:t>Kelompok</a:t>
            </a:r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Mata </a:t>
            </a:r>
            <a:r>
              <a:rPr lang="en-US" dirty="0" err="1"/>
              <a:t>Kuliah</a:t>
            </a:r>
            <a:r>
              <a:rPr lang="en-US" dirty="0"/>
              <a:t> </a:t>
            </a:r>
            <a:r>
              <a:rPr lang="en-US" dirty="0" err="1"/>
              <a:t>Probabilitas</a:t>
            </a:r>
            <a:r>
              <a:rPr lang="en-US" dirty="0"/>
              <a:t> dan </a:t>
            </a:r>
            <a:r>
              <a:rPr lang="en-US" dirty="0" err="1"/>
              <a:t>Statistika</a:t>
            </a:r>
            <a:r>
              <a:rPr lang="en-US" dirty="0"/>
              <a:t> CS3-2025</a:t>
            </a:r>
          </a:p>
          <a:p>
            <a:r>
              <a:rPr lang="en-US" dirty="0" err="1"/>
              <a:t>Januari</a:t>
            </a:r>
            <a:r>
              <a:rPr lang="en-US" dirty="0"/>
              <a:t> 2026 </a:t>
            </a:r>
          </a:p>
        </p:txBody>
      </p:sp>
    </p:spTree>
    <p:extLst>
      <p:ext uri="{BB962C8B-B14F-4D97-AF65-F5344CB8AC3E}">
        <p14:creationId xmlns:p14="http://schemas.microsoft.com/office/powerpoint/2010/main" val="2469462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43A61-C312-5B4F-9BA8-D372FF3A4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Latar</a:t>
            </a:r>
            <a:r>
              <a:rPr lang="en-US" dirty="0"/>
              <a:t> </a:t>
            </a:r>
            <a:r>
              <a:rPr lang="en-US" dirty="0" err="1"/>
              <a:t>Belakang</a:t>
            </a:r>
            <a:r>
              <a:rPr lang="en-US" dirty="0"/>
              <a:t> </a:t>
            </a:r>
            <a:r>
              <a:rPr lang="en-US" dirty="0" err="1"/>
              <a:t>Masalah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12120-CDC9-0843-AEB0-8D9565D81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Deskripsi</a:t>
            </a:r>
            <a:r>
              <a:rPr lang="en-US" dirty="0"/>
              <a:t> </a:t>
            </a:r>
            <a:r>
              <a:rPr lang="en-US" dirty="0" err="1"/>
              <a:t>masalah</a:t>
            </a:r>
            <a:r>
              <a:rPr lang="en-US" dirty="0"/>
              <a:t>: </a:t>
            </a:r>
            <a:r>
              <a:rPr lang="en-US" dirty="0" err="1"/>
              <a:t>Jelaskan</a:t>
            </a:r>
            <a:r>
              <a:rPr lang="en-US" dirty="0"/>
              <a:t> </a:t>
            </a:r>
            <a:r>
              <a:rPr lang="en-US" dirty="0" err="1"/>
              <a:t>fenomena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kejadian</a:t>
            </a:r>
            <a:r>
              <a:rPr lang="en-US" dirty="0"/>
              <a:t> yang </a:t>
            </a:r>
            <a:r>
              <a:rPr lang="en-US" dirty="0" err="1"/>
              <a:t>dipilih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disampling</a:t>
            </a:r>
            <a:r>
              <a:rPr lang="en-US" dirty="0"/>
              <a:t> !</a:t>
            </a:r>
          </a:p>
          <a:p>
            <a:r>
              <a:rPr lang="en-US" dirty="0" err="1"/>
              <a:t>Relevansi</a:t>
            </a:r>
            <a:r>
              <a:rPr lang="en-US" dirty="0"/>
              <a:t> </a:t>
            </a:r>
            <a:r>
              <a:rPr lang="en-US" dirty="0" err="1"/>
              <a:t>masalah</a:t>
            </a:r>
            <a:r>
              <a:rPr lang="en-US" dirty="0"/>
              <a:t>: </a:t>
            </a:r>
            <a:r>
              <a:rPr lang="en-US" dirty="0" err="1"/>
              <a:t>Mengapa</a:t>
            </a:r>
            <a:r>
              <a:rPr lang="en-US" dirty="0"/>
              <a:t> </a:t>
            </a:r>
            <a:r>
              <a:rPr lang="en-US" dirty="0" err="1"/>
              <a:t>masalah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penting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menarik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diteliti</a:t>
            </a:r>
            <a:r>
              <a:rPr lang="en-US" dirty="0"/>
              <a:t> ?</a:t>
            </a:r>
          </a:p>
          <a:p>
            <a:r>
              <a:rPr lang="en-US" dirty="0" err="1"/>
              <a:t>Tujuan</a:t>
            </a:r>
            <a:r>
              <a:rPr lang="en-US" dirty="0"/>
              <a:t> sampling: </a:t>
            </a:r>
            <a:r>
              <a:rPr lang="en-US" dirty="0" err="1"/>
              <a:t>Apa</a:t>
            </a:r>
            <a:r>
              <a:rPr lang="en-US" dirty="0"/>
              <a:t> yang </a:t>
            </a:r>
            <a:r>
              <a:rPr lang="en-US" dirty="0" err="1"/>
              <a:t>ingin</a:t>
            </a:r>
            <a:r>
              <a:rPr lang="en-US" dirty="0"/>
              <a:t> </a:t>
            </a:r>
            <a:r>
              <a:rPr lang="en-US" dirty="0" err="1"/>
              <a:t>dicapai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 dirty="0"/>
              <a:t> proses sampling </a:t>
            </a:r>
            <a:r>
              <a:rPr lang="en-US" dirty="0" err="1"/>
              <a:t>ini</a:t>
            </a:r>
            <a:r>
              <a:rPr lang="en-US" dirty="0"/>
              <a:t> ?</a:t>
            </a:r>
          </a:p>
          <a:p>
            <a:r>
              <a:rPr lang="en-US" dirty="0" err="1"/>
              <a:t>Tambahkan</a:t>
            </a:r>
            <a:r>
              <a:rPr lang="en-US" dirty="0"/>
              <a:t> </a:t>
            </a:r>
            <a:r>
              <a:rPr lang="en-US" dirty="0" err="1"/>
              <a:t>referensi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klaim</a:t>
            </a:r>
            <a:r>
              <a:rPr lang="en-US" dirty="0"/>
              <a:t> yang </a:t>
            </a:r>
            <a:r>
              <a:rPr lang="en-US" dirty="0" err="1"/>
              <a:t>dituliskan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223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F2592-A207-FAAC-47DB-EECDBCB4D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Tinjauan</a:t>
            </a:r>
            <a:r>
              <a:rPr lang="en-US" dirty="0"/>
              <a:t> Pustaka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AD06B-869A-9F6B-0C74-90B3E46A2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Tuliskan</a:t>
            </a:r>
            <a:r>
              <a:rPr lang="en-US" dirty="0"/>
              <a:t> </a:t>
            </a:r>
            <a:r>
              <a:rPr lang="en-US" dirty="0" err="1"/>
              <a:t>teori-teori</a:t>
            </a:r>
            <a:r>
              <a:rPr lang="en-US" dirty="0"/>
              <a:t> yang </a:t>
            </a:r>
            <a:r>
              <a:rPr lang="en-US" dirty="0" err="1"/>
              <a:t>dibutuhkan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tugas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, </a:t>
            </a:r>
            <a:r>
              <a:rPr lang="en-US" dirty="0" err="1"/>
              <a:t>terutama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sampling yang </a:t>
            </a:r>
            <a:r>
              <a:rPr lang="en-US" dirty="0" err="1"/>
              <a:t>dipakai</a:t>
            </a:r>
            <a:r>
              <a:rPr lang="en-US" dirty="0"/>
              <a:t>.</a:t>
            </a:r>
          </a:p>
          <a:p>
            <a:r>
              <a:rPr lang="en-US" dirty="0" err="1"/>
              <a:t>Tambahkan</a:t>
            </a:r>
            <a:r>
              <a:rPr lang="en-US" dirty="0"/>
              <a:t> </a:t>
            </a:r>
            <a:r>
              <a:rPr lang="en-US" dirty="0" err="1"/>
              <a:t>referensi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897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3759A-30E2-C547-A33A-2AD2F4BF2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Metode</a:t>
            </a:r>
            <a:r>
              <a:rPr lang="en-US" dirty="0"/>
              <a:t> 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F0A67-1114-994F-B854-F5AF63312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Jenis</a:t>
            </a:r>
            <a:r>
              <a:rPr lang="en-US" dirty="0"/>
              <a:t> sampling yang </a:t>
            </a:r>
            <a:r>
              <a:rPr lang="en-US" dirty="0" err="1"/>
              <a:t>digunakan</a:t>
            </a:r>
            <a:r>
              <a:rPr lang="en-US" dirty="0"/>
              <a:t> (</a:t>
            </a:r>
            <a:r>
              <a:rPr lang="en-US" dirty="0" err="1"/>
              <a:t>contoh</a:t>
            </a:r>
            <a:r>
              <a:rPr lang="en-US" dirty="0"/>
              <a:t>: random sampling, stratified sampling, cluster sampling, dan lain-lain)</a:t>
            </a:r>
          </a:p>
          <a:p>
            <a:r>
              <a:rPr lang="en-US" dirty="0" err="1"/>
              <a:t>Alasan</a:t>
            </a:r>
            <a:r>
              <a:rPr lang="en-US" dirty="0"/>
              <a:t> </a:t>
            </a:r>
            <a:r>
              <a:rPr lang="en-US" dirty="0" err="1"/>
              <a:t>pemilihan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tersebut</a:t>
            </a:r>
            <a:endParaRPr lang="en-US" dirty="0"/>
          </a:p>
          <a:p>
            <a:r>
              <a:rPr lang="en-US" dirty="0" err="1"/>
              <a:t>Deskripsi</a:t>
            </a:r>
            <a:r>
              <a:rPr lang="en-US" dirty="0"/>
              <a:t> proses: </a:t>
            </a:r>
            <a:r>
              <a:rPr lang="en-US" dirty="0" err="1"/>
              <a:t>jelaskan</a:t>
            </a:r>
            <a:r>
              <a:rPr lang="en-US" dirty="0"/>
              <a:t> </a:t>
            </a:r>
            <a:r>
              <a:rPr lang="en-US" dirty="0" err="1"/>
              <a:t>langkah-langkah</a:t>
            </a:r>
            <a:r>
              <a:rPr lang="en-US" dirty="0"/>
              <a:t> yang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pengambilan</a:t>
            </a:r>
            <a:r>
              <a:rPr lang="en-US" dirty="0"/>
              <a:t> </a:t>
            </a:r>
            <a:r>
              <a:rPr lang="en-US" dirty="0" err="1"/>
              <a:t>sampel</a:t>
            </a:r>
            <a:r>
              <a:rPr lang="en-US" dirty="0"/>
              <a:t>.</a:t>
            </a:r>
          </a:p>
          <a:p>
            <a:r>
              <a:rPr lang="en-US" dirty="0" err="1"/>
              <a:t>Sertakan</a:t>
            </a:r>
            <a:r>
              <a:rPr lang="en-US" dirty="0"/>
              <a:t> hyperlink </a:t>
            </a:r>
            <a:r>
              <a:rPr lang="en-US" dirty="0" err="1"/>
              <a:t>ke</a:t>
            </a:r>
            <a:r>
              <a:rPr lang="en-US" dirty="0"/>
              <a:t> data </a:t>
            </a:r>
            <a:r>
              <a:rPr lang="en-US" dirty="0" err="1"/>
              <a:t>hasil</a:t>
            </a:r>
            <a:r>
              <a:rPr lang="en-US" dirty="0"/>
              <a:t> sampling (</a:t>
            </a:r>
            <a:r>
              <a:rPr lang="en-US" dirty="0" err="1"/>
              <a:t>misal</a:t>
            </a:r>
            <a:r>
              <a:rPr lang="en-US" dirty="0"/>
              <a:t>: google spreadsheet, google drive, </a:t>
            </a:r>
            <a:r>
              <a:rPr lang="en-US" dirty="0" err="1"/>
              <a:t>github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15115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0019D-20F3-EC4A-A19F-BB7437B44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Deskripsi</a:t>
            </a:r>
            <a:r>
              <a:rPr lang="en-US" dirty="0"/>
              <a:t> </a:t>
            </a:r>
            <a:r>
              <a:rPr lang="en-US" dirty="0" err="1"/>
              <a:t>Statistik</a:t>
            </a:r>
            <a:r>
              <a:rPr lang="en-US" dirty="0"/>
              <a:t>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9886C-CC1C-6D47-A514-54896084E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Statistik</a:t>
            </a:r>
            <a:r>
              <a:rPr lang="en-US" dirty="0"/>
              <a:t> </a:t>
            </a:r>
            <a:r>
              <a:rPr lang="en-US" dirty="0" err="1"/>
              <a:t>Deskriptif</a:t>
            </a:r>
            <a:r>
              <a:rPr lang="en-US" dirty="0"/>
              <a:t> : </a:t>
            </a:r>
            <a:r>
              <a:rPr lang="en-US" dirty="0" err="1"/>
              <a:t>Sajikan</a:t>
            </a:r>
            <a:r>
              <a:rPr lang="en-US" dirty="0"/>
              <a:t> </a:t>
            </a:r>
            <a:r>
              <a:rPr lang="en-US" dirty="0" err="1"/>
              <a:t>nilai-nilai</a:t>
            </a:r>
            <a:r>
              <a:rPr lang="en-US" dirty="0"/>
              <a:t>, </a:t>
            </a:r>
            <a:r>
              <a:rPr lang="en-US" dirty="0" err="1"/>
              <a:t>seperti</a:t>
            </a:r>
            <a:r>
              <a:rPr lang="en-US" dirty="0"/>
              <a:t> missal: mean, median, mode, </a:t>
            </a:r>
            <a:r>
              <a:rPr lang="en-US" dirty="0" err="1"/>
              <a:t>standar</a:t>
            </a:r>
            <a:r>
              <a:rPr lang="en-US" dirty="0"/>
              <a:t> </a:t>
            </a:r>
            <a:r>
              <a:rPr lang="en-US" dirty="0" err="1"/>
              <a:t>deviasi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lain </a:t>
            </a:r>
            <a:r>
              <a:rPr lang="en-US" dirty="0" err="1"/>
              <a:t>sebagainya</a:t>
            </a:r>
            <a:r>
              <a:rPr lang="en-US" dirty="0"/>
              <a:t>.</a:t>
            </a:r>
          </a:p>
          <a:p>
            <a:r>
              <a:rPr lang="en-US" dirty="0" err="1"/>
              <a:t>Visualisasi</a:t>
            </a:r>
            <a:r>
              <a:rPr lang="en-US" dirty="0"/>
              <a:t> Data: </a:t>
            </a:r>
            <a:r>
              <a:rPr lang="en-US" dirty="0" err="1"/>
              <a:t>Gunakan</a:t>
            </a:r>
            <a:r>
              <a:rPr lang="en-US" dirty="0"/>
              <a:t> </a:t>
            </a:r>
            <a:r>
              <a:rPr lang="en-US" dirty="0" err="1"/>
              <a:t>grafik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histogram, boxplot, </a:t>
            </a:r>
            <a:r>
              <a:rPr lang="en-US" dirty="0" err="1"/>
              <a:t>atau</a:t>
            </a:r>
            <a:r>
              <a:rPr lang="en-US" dirty="0"/>
              <a:t> scatter plot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memperjelas</a:t>
            </a:r>
            <a:r>
              <a:rPr lang="en-US" dirty="0"/>
              <a:t>.</a:t>
            </a:r>
          </a:p>
          <a:p>
            <a:r>
              <a:rPr lang="en-US" dirty="0" err="1"/>
              <a:t>Distribusi</a:t>
            </a:r>
            <a:r>
              <a:rPr lang="en-US" dirty="0"/>
              <a:t> data: </a:t>
            </a:r>
            <a:r>
              <a:rPr lang="en-US" dirty="0" err="1"/>
              <a:t>Jelaskan</a:t>
            </a:r>
            <a:r>
              <a:rPr lang="en-US" dirty="0"/>
              <a:t> </a:t>
            </a:r>
            <a:r>
              <a:rPr lang="en-US" dirty="0" err="1"/>
              <a:t>pola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tren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data yang </a:t>
            </a:r>
            <a:r>
              <a:rPr lang="en-US" dirty="0" err="1"/>
              <a:t>terlihat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609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210C2-42BD-E3C9-DC8D-C20D5E62E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Statistik</a:t>
            </a:r>
            <a:r>
              <a:rPr lang="en-US" dirty="0"/>
              <a:t> </a:t>
            </a:r>
            <a:r>
              <a:rPr lang="en-US" dirty="0" err="1"/>
              <a:t>Inferensi</a:t>
            </a:r>
            <a:r>
              <a:rPr lang="en-US" dirty="0"/>
              <a:t> (Uji </a:t>
            </a:r>
            <a:r>
              <a:rPr lang="en-US" dirty="0" err="1"/>
              <a:t>Hipotesis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087A0-5846-A01C-EFA4-577A97D8D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Tulis</a:t>
            </a:r>
            <a:r>
              <a:rPr lang="en-US" dirty="0"/>
              <a:t> </a:t>
            </a:r>
            <a:r>
              <a:rPr lang="en-US" dirty="0" err="1"/>
              <a:t>rumusan</a:t>
            </a:r>
            <a:r>
              <a:rPr lang="en-US" dirty="0"/>
              <a:t> </a:t>
            </a:r>
            <a:r>
              <a:rPr lang="en-US" dirty="0" err="1"/>
              <a:t>hipotesis</a:t>
            </a:r>
            <a:r>
              <a:rPr lang="en-US" dirty="0"/>
              <a:t>, </a:t>
            </a:r>
            <a:r>
              <a:rPr lang="en-US" dirty="0" err="1"/>
              <a:t>melakukan</a:t>
            </a:r>
            <a:endParaRPr lang="en-US" dirty="0"/>
          </a:p>
          <a:p>
            <a:r>
              <a:rPr lang="en-US" dirty="0"/>
              <a:t>uji </a:t>
            </a:r>
            <a:r>
              <a:rPr lang="en-US" dirty="0" err="1"/>
              <a:t>statistik</a:t>
            </a:r>
            <a:r>
              <a:rPr lang="en-US" dirty="0"/>
              <a:t> yang </a:t>
            </a:r>
            <a:r>
              <a:rPr lang="en-US" dirty="0" err="1"/>
              <a:t>relevan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menjawab</a:t>
            </a:r>
            <a:r>
              <a:rPr lang="en-US" dirty="0"/>
              <a:t> </a:t>
            </a:r>
            <a:r>
              <a:rPr lang="en-US" dirty="0" err="1"/>
              <a:t>pertanyaan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, dan </a:t>
            </a:r>
            <a:r>
              <a:rPr lang="en-US" dirty="0" err="1"/>
              <a:t>menarik</a:t>
            </a:r>
            <a:endParaRPr lang="en-US" dirty="0"/>
          </a:p>
          <a:p>
            <a:r>
              <a:rPr lang="en-US" dirty="0" err="1"/>
              <a:t>kesimpulan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bukti</a:t>
            </a:r>
            <a:r>
              <a:rPr lang="en-US" dirty="0"/>
              <a:t> data.</a:t>
            </a:r>
          </a:p>
        </p:txBody>
      </p:sp>
    </p:spTree>
    <p:extLst>
      <p:ext uri="{BB962C8B-B14F-4D97-AF65-F5344CB8AC3E}">
        <p14:creationId xmlns:p14="http://schemas.microsoft.com/office/powerpoint/2010/main" val="150704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35870-92AA-EB47-838F-6B2F3660F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3317C-9C4A-BF41-8526-FE28C6DB9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penting</a:t>
            </a:r>
            <a:r>
              <a:rPr lang="en-US" dirty="0"/>
              <a:t> 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disimpulkan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data ?</a:t>
            </a:r>
          </a:p>
          <a:p>
            <a:r>
              <a:rPr lang="en-US" dirty="0" err="1"/>
              <a:t>Bagaimana</a:t>
            </a:r>
            <a:r>
              <a:rPr lang="en-US" dirty="0"/>
              <a:t> insight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relevan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masalah</a:t>
            </a:r>
            <a:r>
              <a:rPr lang="en-US" dirty="0"/>
              <a:t> yang </a:t>
            </a:r>
            <a:r>
              <a:rPr lang="en-US" dirty="0" err="1"/>
              <a:t>diangkat</a:t>
            </a:r>
            <a:r>
              <a:rPr lang="en-US" dirty="0"/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3150790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50D7C-48E6-E042-9651-FEB1EB70F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Keterbatasan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Saran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90EF8-1947-6C4A-8D21-E3E41CA09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Jelaskan</a:t>
            </a:r>
            <a:r>
              <a:rPr lang="en-US" dirty="0"/>
              <a:t> </a:t>
            </a:r>
            <a:r>
              <a:rPr lang="en-US" dirty="0" err="1"/>
              <a:t>keterbatasan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proses sampling,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ada</a:t>
            </a:r>
            <a:endParaRPr lang="en-US" dirty="0"/>
          </a:p>
          <a:p>
            <a:r>
              <a:rPr lang="en-US" dirty="0" err="1"/>
              <a:t>Berikan</a:t>
            </a:r>
            <a:r>
              <a:rPr lang="en-US" dirty="0"/>
              <a:t> </a:t>
            </a:r>
            <a:r>
              <a:rPr lang="en-US" dirty="0" err="1"/>
              <a:t>rekomendasi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lanjut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381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B34E3-F1D4-5140-ABDA-3FC4D2344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Daftar </a:t>
            </a:r>
            <a:r>
              <a:rPr lang="en-US" dirty="0" err="1"/>
              <a:t>Referensi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D0A62-A231-734A-B9BF-0020F7BB5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Sertakan</a:t>
            </a:r>
            <a:r>
              <a:rPr lang="en-US" dirty="0"/>
              <a:t> </a:t>
            </a:r>
            <a:r>
              <a:rPr lang="en-US" dirty="0" err="1"/>
              <a:t>referensi</a:t>
            </a:r>
            <a:r>
              <a:rPr lang="en-US" dirty="0"/>
              <a:t> yang </a:t>
            </a:r>
            <a:r>
              <a:rPr lang="en-US" dirty="0" err="1"/>
              <a:t>digunakan</a:t>
            </a:r>
            <a:r>
              <a:rPr lang="en-US" dirty="0"/>
              <a:t> (</a:t>
            </a:r>
            <a:r>
              <a:rPr lang="en-US" dirty="0" err="1"/>
              <a:t>buku</a:t>
            </a:r>
            <a:r>
              <a:rPr lang="en-US" dirty="0"/>
              <a:t>, paper,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url</a:t>
            </a:r>
            <a:r>
              <a:rPr lang="en-US" dirty="0"/>
              <a:t> website)</a:t>
            </a:r>
          </a:p>
          <a:p>
            <a:r>
              <a:rPr lang="en-US" dirty="0" err="1"/>
              <a:t>Sertakan</a:t>
            </a:r>
            <a:r>
              <a:rPr lang="en-US" dirty="0"/>
              <a:t> link </a:t>
            </a:r>
            <a:r>
              <a:rPr lang="en-US" dirty="0" err="1"/>
              <a:t>ke</a:t>
            </a:r>
            <a:r>
              <a:rPr lang="en-US" dirty="0"/>
              <a:t> repository code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, </a:t>
            </a:r>
            <a:r>
              <a:rPr lang="en-US" dirty="0" err="1"/>
              <a:t>misal</a:t>
            </a:r>
            <a:r>
              <a:rPr lang="en-US" dirty="0"/>
              <a:t>: </a:t>
            </a:r>
            <a:r>
              <a:rPr lang="en-US" dirty="0" err="1"/>
              <a:t>github</a:t>
            </a:r>
            <a:r>
              <a:rPr lang="en-US" dirty="0"/>
              <a:t>, </a:t>
            </a:r>
            <a:r>
              <a:rPr lang="en-US" dirty="0" err="1"/>
              <a:t>gitlab</a:t>
            </a:r>
            <a:r>
              <a:rPr lang="en-US" dirty="0"/>
              <a:t>, </a:t>
            </a:r>
            <a:r>
              <a:rPr lang="en-US" dirty="0" err="1"/>
              <a:t>atau</a:t>
            </a:r>
            <a:r>
              <a:rPr lang="en-US" dirty="0"/>
              <a:t> file excel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pengolahan</a:t>
            </a:r>
            <a:r>
              <a:rPr lang="en-US" dirty="0"/>
              <a:t> data, </a:t>
            </a:r>
            <a:r>
              <a:rPr lang="en-US" dirty="0" err="1"/>
              <a:t>misal</a:t>
            </a:r>
            <a:r>
              <a:rPr lang="en-US" dirty="0"/>
              <a:t>: di google spreadsheet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296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3D6C9-ACF6-9642-81F4-4487134C0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Catatan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07331-34B9-9740-BAE4-CDA828E66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slide,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ppt, pptx, </a:t>
            </a:r>
            <a:r>
              <a:rPr lang="en-US" dirty="0" err="1"/>
              <a:t>atau</a:t>
            </a:r>
            <a:r>
              <a:rPr lang="en-US" dirty="0"/>
              <a:t> pdf</a:t>
            </a:r>
          </a:p>
          <a:p>
            <a:r>
              <a:rPr lang="en-US" dirty="0" err="1"/>
              <a:t>Silahkan</a:t>
            </a:r>
            <a:r>
              <a:rPr lang="en-US" dirty="0"/>
              <a:t> </a:t>
            </a:r>
            <a:r>
              <a:rPr lang="en-US" dirty="0" err="1"/>
              <a:t>sesuaikan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slide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kebutuhan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999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315</Words>
  <Application>Microsoft Macintosh PowerPoint</Application>
  <PresentationFormat>Widescreen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{Judul Laporan}</vt:lpstr>
      <vt:lpstr>Latar Belakang Masalah</vt:lpstr>
      <vt:lpstr>Tinjauan Pustaka</vt:lpstr>
      <vt:lpstr>Metode Sampling</vt:lpstr>
      <vt:lpstr>Deskripsi Statistik Data</vt:lpstr>
      <vt:lpstr>Statistik Inferensi (Uji Hipotesis)</vt:lpstr>
      <vt:lpstr>Insight</vt:lpstr>
      <vt:lpstr>Keterbatasan dan Saran</vt:lpstr>
      <vt:lpstr>Daftar Referensi</vt:lpstr>
      <vt:lpstr>Catatan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{Judul Laporan}</dc:title>
  <dc:creator>Ade Irawan</dc:creator>
  <cp:lastModifiedBy>Ade Irawan</cp:lastModifiedBy>
  <cp:revision>5</cp:revision>
  <dcterms:created xsi:type="dcterms:W3CDTF">2024-11-29T02:00:42Z</dcterms:created>
  <dcterms:modified xsi:type="dcterms:W3CDTF">2025-12-22T00:25:18Z</dcterms:modified>
</cp:coreProperties>
</file>